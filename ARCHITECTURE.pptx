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7921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C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86868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 rot="1200000">
            <a:off x="91440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1200000">
            <a:off x="96012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1200000">
            <a:off x="100584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1200000">
            <a:off x="105156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rot="1200000">
            <a:off x="109728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rot="1200000">
            <a:off x="114300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rot="1200000">
            <a:off x="11887200" y="-914400"/>
            <a:ext cx="45720" cy="9144000"/>
          </a:xfrm>
          <a:prstGeom prst="rect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 ·  ARCHITECTURE OVERVIEW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728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LLM pipeline · PaddleOCR · Groq Llama 3.1 8B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fly.io · Web UI + documented API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v1 — 2026-06-09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7961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stakeholder review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Components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view of the prototype — clients, fly.io services, external API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468880" cy="4709160"/>
          </a:xfrm>
          <a:prstGeom prst="rect">
            <a:avLst/>
          </a:prstGeom>
          <a:solidFill>
            <a:srgbClr val="CADCFC">
              <a:alpha val="40000"/>
            </a:srgbClr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73152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2103120"/>
            <a:ext cx="1764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32688" y="228600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32688" y="2596896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Single-screen upload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+ history view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Shared-password gate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3152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32688" y="3657600"/>
            <a:ext cx="1764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32688" y="384048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2688" y="4151376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/ scripts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in/out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Token-bearer auth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83280" y="1508760"/>
            <a:ext cx="5394960" cy="4709160"/>
          </a:xfrm>
          <a:prstGeom prst="rect">
            <a:avLst/>
          </a:prstGeom>
          <a:solidFill>
            <a:srgbClr val="FDE7E8">
              <a:alpha val="60000"/>
            </a:srgbClr>
          </a:solidFill>
          <a:ln w="6350">
            <a:solidFill>
              <a:srgbClr val="F9616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83280" y="1600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 ·  fly.io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66160" y="2011680"/>
            <a:ext cx="5029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566160" y="2011680"/>
            <a:ext cx="73152" cy="1234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767328" y="2103120"/>
            <a:ext cx="4690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767328" y="228600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API Gateway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767328" y="2560320"/>
            <a:ext cx="4690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(Express) or Python (FastAPI)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67328" y="2834640"/>
            <a:ext cx="4690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request validation, routing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batch results via SSE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566160" y="3383280"/>
            <a:ext cx="2423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566160" y="3383280"/>
            <a:ext cx="73152" cy="18288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767328" y="3474720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67328" y="365760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Worker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393192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(CPU)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767328" y="4206240"/>
            <a:ext cx="20848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preprocess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text + bboxes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Groq for fields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compliance check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383280"/>
            <a:ext cx="2423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72200" y="3383280"/>
            <a:ext cx="73152" cy="18288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73368" y="3474720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73368" y="365760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Postgres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73368" y="393192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 managed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73368" y="4206240"/>
            <a:ext cx="20848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· extractions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· batches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Per-scan structured data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566160" y="530352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566160" y="5303520"/>
            <a:ext cx="73152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767328" y="5394960"/>
            <a:ext cx="4690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767328" y="557784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Volume · 50 GB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767328" y="5888736"/>
            <a:ext cx="4690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uploaded label images, referenced by path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144000" y="1508760"/>
            <a:ext cx="2468880" cy="4709160"/>
          </a:xfrm>
          <a:prstGeom prst="rect">
            <a:avLst/>
          </a:prstGeom>
          <a:solidFill>
            <a:srgbClr val="FEF3C7">
              <a:alpha val="70000"/>
            </a:srgbClr>
          </a:solidFill>
          <a:ln w="6350">
            <a:solidFill>
              <a:srgbClr val="D9770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14400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326880" y="2011680"/>
            <a:ext cx="2103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326880" y="2011680"/>
            <a:ext cx="73152" cy="1783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9528048" y="2103120"/>
            <a:ext cx="1764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528048" y="228600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528048" y="2560320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8B · free tier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528048" y="2834640"/>
            <a:ext cx="176479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extraction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ms inference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req/min limit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326880" y="3931920"/>
            <a:ext cx="2103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9326880" y="3931920"/>
            <a:ext cx="73152" cy="1920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528048" y="4023360"/>
            <a:ext cx="1764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528048" y="420624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self-hosted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528048" y="4480560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 / FedRAMP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528048" y="4754880"/>
            <a:ext cx="17647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firewall blocks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external ML APIs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to local Llama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Phi on GPU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880360" y="2715768"/>
            <a:ext cx="64008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2880360" y="4270248"/>
            <a:ext cx="64008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989320" y="4297680"/>
            <a:ext cx="182880" cy="0"/>
          </a:xfrm>
          <a:prstGeom prst="line">
            <a:avLst/>
          </a:prstGeom>
          <a:noFill/>
          <a:ln w="19050">
            <a:solidFill>
              <a:srgbClr val="F9616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773168" y="5212080"/>
            <a:ext cx="0" cy="91440"/>
          </a:xfrm>
          <a:prstGeom prst="line">
            <a:avLst/>
          </a:prstGeom>
          <a:noFill/>
          <a:ln w="19050">
            <a:solidFill>
              <a:srgbClr val="F9616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Single-Label Request — 5 s Latency Budget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constraint per Sarah: prior vendor failed at 30–40 s. Current estimate: ~3.2 s with 1.8 s headroom.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73152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813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(p95)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5.0 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417320"/>
            <a:ext cx="7315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4813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2044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~3.2 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7315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4813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0936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 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915400" y="141732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15400" y="1417320"/>
            <a:ext cx="73152" cy="868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98280" y="148132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VENDOR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9828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 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" y="3108960"/>
            <a:ext cx="10789920" cy="548640"/>
          </a:xfrm>
          <a:prstGeom prst="rect">
            <a:avLst/>
          </a:prstGeom>
          <a:solidFill>
            <a:srgbClr val="EFF2F8"/>
          </a:solidFill>
          <a:ln w="6350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637069" y="3108960"/>
            <a:ext cx="3884371" cy="5486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3108960"/>
            <a:ext cx="647395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3246120"/>
            <a:ext cx="6473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8915" y="3108960"/>
            <a:ext cx="3236976" cy="548640"/>
          </a:xfrm>
          <a:prstGeom prst="rect">
            <a:avLst/>
          </a:prstGeom>
          <a:solidFill>
            <a:srgbClr val="4F5BA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378915" y="324612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15891" y="3108960"/>
            <a:ext cx="1726387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15891" y="3246120"/>
            <a:ext cx="172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42278" y="3108960"/>
            <a:ext cx="863194" cy="548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42278" y="3246120"/>
            <a:ext cx="8631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05472" y="3108960"/>
            <a:ext cx="431597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05472" y="3246120"/>
            <a:ext cx="4315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889504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660904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47488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18888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205472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976872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363456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134856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1521440" y="3657600"/>
            <a:ext cx="0" cy="9144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1292840" y="37490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39789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3.2s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637069" y="3063240"/>
            <a:ext cx="0" cy="640080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0607040" y="2788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5.0s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4434840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04672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+ auth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04672" y="46177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 fly.io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880360" y="4434840"/>
            <a:ext cx="164592" cy="164592"/>
          </a:xfrm>
          <a:prstGeom prst="rect">
            <a:avLst/>
          </a:prstGeom>
          <a:solidFill>
            <a:srgbClr val="4F5BAA"/>
          </a:solidFill>
          <a:ln w="12700">
            <a:solidFill>
              <a:srgbClr val="4F5B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136392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(CPU)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136392" y="46177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 fly.io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212080" y="4434840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468112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 extraction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468112" y="46177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dependency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543800" y="4434840"/>
            <a:ext cx="164592" cy="16459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799832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check + DB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799832" y="46177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 fly.io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9875520" y="4434840"/>
            <a:ext cx="164592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10131552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to UI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0131552" y="46177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 fly.io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212080"/>
            <a:ext cx="11064240" cy="1051560"/>
          </a:xfrm>
          <a:prstGeom prst="rect">
            <a:avLst/>
          </a:prstGeom>
          <a:solidFill>
            <a:srgbClr val="FDE7E8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48640" y="5212080"/>
            <a:ext cx="73152" cy="10515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731520" y="528523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TO THE LATENCY BUDGET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31520" y="5504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cold-start or rate-limit retry can push the LLM step from 0.8 s to 2–3 s.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slows on large images; cap upload at ~10 MP and resize before OCR.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fly.io machine adds 1–2 s on first request; keep web machine always-on.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 — 300 labels in ≤ 5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Sarah's peak-season ask: importers dump 200–300 applications at once. Parallel workers + streamed results.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269748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UPLOAD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posts batch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331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multipart, ≤ 300 labels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24028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29000" y="15544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97480" cy="2926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66160" y="1600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ENQUEUE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row + N scan rows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331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Volume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24028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97480" cy="29260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46520" y="1600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WORKERS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46520" y="1965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extraction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2331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auto-scale 1–8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06840" y="224028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89720" y="1554480"/>
            <a:ext cx="269748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326880" y="1600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STREAM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326880" y="1965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results to 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326880" y="2331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appears as each finishes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3291840"/>
            <a:ext cx="6949440" cy="1828800"/>
          </a:xfrm>
          <a:prstGeom prst="rect">
            <a:avLst/>
          </a:prstGeom>
          <a:solidFill>
            <a:srgbClr val="FDE7E8">
              <a:alpha val="60000"/>
            </a:srgbClr>
          </a:solidFill>
          <a:ln w="6350">
            <a:solidFill>
              <a:srgbClr val="F9616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3383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POOL  ·  fly.io machines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724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7724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724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7724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7724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0020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60020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60020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60020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60020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42316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42316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2316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42316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42316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4612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24612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4612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24612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4612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06908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06908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06908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06908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06908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89204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89204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89204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89204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89204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71500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71500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71500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71500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71500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537960" y="3749040"/>
            <a:ext cx="71323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96167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537960" y="38221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537960" y="413308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6537960" y="434340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537960" y="455371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680960" y="32918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7680960" y="3291840"/>
            <a:ext cx="73152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78638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MATH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8638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labels × 3.2 s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8638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8 workers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7863840" y="4434840"/>
            <a:ext cx="3566160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7863840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minutes</a:t>
            </a:r>
            <a:endParaRPr lang="en-US" sz="2400" dirty="0"/>
          </a:p>
        </p:txBody>
      </p:sp>
      <p:sp>
        <p:nvSpPr>
          <p:cNvPr id="78" name="Shape 76"/>
          <p:cNvSpPr/>
          <p:nvPr/>
        </p:nvSpPr>
        <p:spPr>
          <a:xfrm>
            <a:off x="548640" y="53492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48640" y="5349240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731520" y="5422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rate limit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731520" y="5715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≈ 30 req/min. Worker concurrency capped by remaining tokens; degrade to ~4 workers if needed.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297680" y="53492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297680" y="5349240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480560" y="5422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Auto-scale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480560" y="5715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machines scale 1→8 based on queue depth; idle workers stop after 60 s to stay within ~$20/mo.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046720" y="53492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8046720" y="5349240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8229600" y="5422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isolation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8229600" y="5715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Per-label try/catch. One bad image marks that scan failed; the batch keeps going.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Deployment Topology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 near Groq · TLS at edge · shared-password gate · ~$15–20/month at idle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browser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23160" y="2194560"/>
            <a:ext cx="3657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34640" y="1691640"/>
            <a:ext cx="14630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3464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edge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121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termination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83464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Shared-password gate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43400" y="2194560"/>
            <a:ext cx="3657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5852160" cy="4846320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1554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region  ·  iad (US East, near Groq)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83480" y="1965960"/>
            <a:ext cx="26060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83480" y="1965960"/>
            <a:ext cx="73152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84648" y="2057400"/>
            <a:ext cx="2267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184648" y="224028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API machine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84648" y="251460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shared-cpu-1x · 256 MB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84648" y="2788920"/>
            <a:ext cx="226771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/ FastAPI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routing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1 machine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965960"/>
            <a:ext cx="26060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72400" y="1965960"/>
            <a:ext cx="73152" cy="16002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973568" y="2057400"/>
            <a:ext cx="2267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AUTO-SCALE 1–8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73568" y="224028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machines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73568" y="251460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shared-cpu-2x · 1 GB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973568" y="2788920"/>
            <a:ext cx="226771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(CPU)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Groq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idle 60 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Cost-controlled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83480" y="370332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983480" y="3703320"/>
            <a:ext cx="73152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84648" y="3794760"/>
            <a:ext cx="2267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84648" y="39776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Postgres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84648" y="425196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single-node · 1 GB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84648" y="4526280"/>
            <a:ext cx="22677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scans, extractions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comparisons, batches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(shared pw)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72400" y="370332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772400" y="3703320"/>
            <a:ext cx="73152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973568" y="3794760"/>
            <a:ext cx="2267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73568" y="39776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disk · 50 GB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973568" y="425196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on web + workers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973568" y="4526280"/>
            <a:ext cx="22677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label images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stored in DB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up via fly snapshot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83480" y="5349240"/>
            <a:ext cx="5394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983480" y="5349240"/>
            <a:ext cx="73152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184648" y="5440680"/>
            <a:ext cx="5056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(PROTOTYPE LEVEL)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184648" y="562356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metrics · health checks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184648" y="5934456"/>
            <a:ext cx="5056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logs, fly status, /healthz — no external APM in prototype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2926080"/>
            <a:ext cx="3931920" cy="14630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48640" y="2926080"/>
            <a:ext cx="73152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31520" y="3017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· OUTBOUND HTTPS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1520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  ·  Llama 3.1 8B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31520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· ~500 ms inference · 30 req/min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315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TTB firewall blocks → self-host on Azure Gov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48640" y="4572000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8640" y="4572000"/>
            <a:ext cx="73152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31520" y="4663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NOTES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31520" y="4910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operational notes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31520" y="52578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$15–20 / month at idle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 — no cross-region hops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fly snapshot of Postgres + volume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to Groq: ~30 MB/month at expected load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tables in fly Postgres. Images live on the fly volume and are referenced by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20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7218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85623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1560" y="18562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71800" y="18562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075688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11226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51560" y="211226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batch_id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71800" y="211226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uuid?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368296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236829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71800" y="23682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text?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87752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1560" y="262432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beverage_type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26243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8036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51560" y="2880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image_path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971800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99816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1363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51560" y="31363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971800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39242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51560" y="339242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971800" y="3392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timestamptz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34840" y="1417320"/>
            <a:ext cx="3520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34840" y="1417320"/>
            <a:ext cx="3520440" cy="34747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147218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0" y="185623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937760" y="18562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0" y="18562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80560" y="2075688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572000" y="211226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37760" y="211226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scan_id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58000" y="211226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0" y="2368296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937760" y="236829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fields_json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58000" y="23682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80560" y="2587752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0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37760" y="262432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ocr_raw_text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26243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0" y="288036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937760" y="2880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warning_present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480560" y="3099816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0" y="31363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937760" y="31363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warning_exact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858000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572000" y="339242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937760" y="339242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model_used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858000" y="3392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8640" y="3931920"/>
            <a:ext cx="3520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48640" y="3931920"/>
            <a:ext cx="352044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85800" y="398678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85800" y="437083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051560" y="43708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2971800" y="43708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94360" y="4590288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85800" y="462686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051560" y="462686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scan_id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2971800" y="462686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800" y="4882896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051560" y="488289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reference_json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971800" y="48828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94360" y="5102352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85800" y="51389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051560" y="513892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field_results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971800" y="5138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85800" y="539496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1051560" y="5394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overall_status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2971800" y="53949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94360" y="5614416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685800" y="56509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051560" y="56509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971800" y="56509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85800" y="590702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051560" y="590702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971800" y="59070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timestamptz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434840" y="3931920"/>
            <a:ext cx="3520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434840" y="3931920"/>
            <a:ext cx="352044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572000" y="398678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4572000" y="437083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937760" y="43708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6858000" y="43708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480560" y="4590288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4572000" y="462686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937760" y="462686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submitted_by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6858000" y="462686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4572000" y="4882896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4937760" y="488289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label_count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6858000" y="48828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4480560" y="5102352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4572000" y="51389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4937760" y="513892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6858000" y="51389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4572000" y="539496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4937760" y="5394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started_at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6858000" y="53949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timestamptz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4480560" y="5614416"/>
            <a:ext cx="3429000" cy="256032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4572000" y="56509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4937760" y="565099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completed_at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6858000" y="56509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timestamptz?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4572000" y="5907024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4937760" y="590702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error_count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6858000" y="59070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8229600" y="1417320"/>
            <a:ext cx="35204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8229600" y="1417320"/>
            <a:ext cx="73152" cy="4754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8412480" y="15087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STRATEGY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841248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8412480" y="21031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only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for flexible extracted fields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fly snapshot in prototype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8412480" y="33375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Volume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8412480" y="3657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label images (JPG / PNG)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stored in scans.image_path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GB ≈ 50 k images at 1 MB avg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8412480" y="50749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swap → S3 / Azure Blob with KMS encryption + retention.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62495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Recognition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Today vs. Production Tomorrow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right is acknowledged but explicitly deferred — tracked in REQUIREMENTS.md §8.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532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53212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— WHAT WE'RE BUILDING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2057400"/>
            <a:ext cx="5257800" cy="384048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130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331720" y="2130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single region (iad)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542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31720" y="2542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in container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2880360"/>
            <a:ext cx="5257800" cy="384048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2953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31720" y="29535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3.1 8B (free tier)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364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3649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Postgres + 50 GB volume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3703320"/>
            <a:ext cx="5257800" cy="384048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776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31720" y="3776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password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4187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31720" y="41879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logs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4526280"/>
            <a:ext cx="5257800" cy="384048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22960" y="4599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31720" y="45994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defaults (TLS + at-rest)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5010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/ DR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31720" y="50109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machine, daily snapshots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" y="5349240"/>
            <a:ext cx="5257800" cy="384048"/>
          </a:xfrm>
          <a:prstGeom prst="rect">
            <a:avLst/>
          </a:prstGeom>
          <a:solidFill>
            <a:srgbClr val="F5F7FB"/>
          </a:solidFill>
          <a:ln w="12700">
            <a:solidFill>
              <a:srgbClr val="F5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331720" y="54223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logs + /healthz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58338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331720" y="58338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$15–20 / month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1417320"/>
            <a:ext cx="5532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55080" y="1417320"/>
            <a:ext cx="5532120" cy="4572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37960" y="15087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— DEFERRED BACKLOG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92240" y="2057400"/>
            <a:ext cx="5257800" cy="384048"/>
          </a:xfrm>
          <a:prstGeom prst="rect">
            <a:avLst/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629400" y="2130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2130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 · FedRAMP region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2542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38160" y="2542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hardened pipeline + preprocess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92240" y="2880360"/>
            <a:ext cx="5257800" cy="384048"/>
          </a:xfrm>
          <a:prstGeom prst="rect">
            <a:avLst/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629400" y="2953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138160" y="29535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Llama (firewall) on GPU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29400" y="3364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138160" y="33649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/ S3 + KMS + retention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92240" y="3703320"/>
            <a:ext cx="5257800" cy="384048"/>
          </a:xfrm>
          <a:prstGeom prst="rect">
            <a:avLst/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629400" y="3776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3776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· PIV-card · RBAC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629400" y="4187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138160" y="41879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 per NARA schedule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92240" y="4526280"/>
            <a:ext cx="5257800" cy="384048"/>
          </a:xfrm>
          <a:prstGeom prst="rect">
            <a:avLst/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629400" y="4599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8160" y="45994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 validated at-rest + in-transit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29400" y="5010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/ DR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138160" y="50109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Postgres · regional failover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92240" y="5349240"/>
            <a:ext cx="5257800" cy="384048"/>
          </a:xfrm>
          <a:prstGeom prst="rect">
            <a:avLst/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62940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4223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APM, metrics, alerting, on-call rota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629400" y="58338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138160" y="58338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Procurement-driven, TBD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6446520"/>
            <a:ext cx="11185855" cy="0"/>
          </a:xfrm>
          <a:prstGeom prst="line">
            <a:avLst/>
          </a:prstGeom>
          <a:noFill/>
          <a:ln w="9525">
            <a:solidFill>
              <a:srgbClr val="DCE3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Anand Basu · Prototype v1 · 2026-06-09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820095" y="6492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1245</Words>
  <Application>Microsoft Macintosh PowerPoint</Application>
  <PresentationFormat>Widescreen</PresentationFormat>
  <Paragraphs>347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TTB Label Recognition — Architecture</dc:title>
  <dc:subject>PptxGenJS Presentation</dc:subject>
  <dc:creator>Anand Basu</dc:creator>
  <cp:lastModifiedBy>Anand Basu</cp:lastModifiedBy>
  <cp:revision>2</cp:revision>
  <dcterms:created xsi:type="dcterms:W3CDTF">2026-06-09T20:26:37Z</dcterms:created>
  <dcterms:modified xsi:type="dcterms:W3CDTF">2026-06-10T21:53:13Z</dcterms:modified>
</cp:coreProperties>
</file>