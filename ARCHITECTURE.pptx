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686800" y="-914400"/>
            <a:ext cx="45720" cy="914400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9144000" y="-914400"/>
            <a:ext cx="45720" cy="914400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9601200" y="-914400"/>
            <a:ext cx="45720" cy="914400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00000">
            <a:off x="10058400" y="-914400"/>
            <a:ext cx="45720" cy="914400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200000">
            <a:off x="10515600" y="-914400"/>
            <a:ext cx="45720" cy="914400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200000">
            <a:off x="10972800" y="-914400"/>
            <a:ext cx="45720" cy="914400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200000">
            <a:off x="11430000" y="-914400"/>
            <a:ext cx="45720" cy="914400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200000">
            <a:off x="11887200" y="-914400"/>
            <a:ext cx="45720" cy="914400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 ·  ARCHITECTURE 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Recognition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09728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LLM pipeline · PaddleOCR · Groq Llama 3.1 8B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fly.io · Web UI + documented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Basu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v1 — 2026-06-09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7961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stakeholder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6249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Recognition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view of the prototype — clients, fly.io services, external 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468880" cy="4709160"/>
          </a:xfrm>
          <a:prstGeom prst="rect">
            <a:avLst/>
          </a:prstGeom>
          <a:solidFill>
            <a:srgbClr val="CADCFC">
              <a:alpha val="4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1168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0312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32688" y="228600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596896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Single-screen upload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history view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Shared-password gate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2103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6616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65760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32688" y="384048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4151376"/>
            <a:ext cx="1764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 scripts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in/out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Token-bearer auth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1508760"/>
            <a:ext cx="5394960" cy="4709160"/>
          </a:xfrm>
          <a:prstGeom prst="rect">
            <a:avLst/>
          </a:prstGeom>
          <a:solidFill>
            <a:srgbClr val="FDE7E8">
              <a:alpha val="60000"/>
            </a:srgbClr>
          </a:solidFill>
          <a:ln w="6350">
            <a:solidFill>
              <a:srgbClr val="F96167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38328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 ·  fly.io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2011680"/>
            <a:ext cx="5029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66160" y="2011680"/>
            <a:ext cx="73152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2103120"/>
            <a:ext cx="4690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67328" y="2286000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API Gateway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67328" y="2560320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(Express) or Python (FastAPI)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67328" y="2834640"/>
            <a:ext cx="4690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request validation, routing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batch results via SSE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66160" y="338328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66160" y="3383280"/>
            <a:ext cx="73152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67328" y="347472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67328" y="365760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Worker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67328" y="393192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(CPU)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67328" y="4206240"/>
            <a:ext cx="2084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→ text + bboxes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Groq for fields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compliance check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3383280"/>
            <a:ext cx="2423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3383280"/>
            <a:ext cx="73152" cy="1828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73368" y="347472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73368" y="365760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Postgres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73368" y="393192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 managed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73368" y="4206240"/>
            <a:ext cx="2084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· extractions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· batches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Per-scan structured data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66160" y="530352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566160" y="5303520"/>
            <a:ext cx="73152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67328" y="5394960"/>
            <a:ext cx="4690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67328" y="5577840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Volume · 50 GB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767328" y="5888736"/>
            <a:ext cx="4690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uploaded label images, referenced by path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0" y="1508760"/>
            <a:ext cx="2468880" cy="4709160"/>
          </a:xfrm>
          <a:prstGeom prst="rect">
            <a:avLst/>
          </a:prstGeom>
          <a:solidFill>
            <a:srgbClr val="FEF3C7">
              <a:alpha val="70000"/>
            </a:srgbClr>
          </a:solidFill>
          <a:ln w="6350">
            <a:solidFill>
              <a:srgbClr val="D97706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914400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326880" y="2011680"/>
            <a:ext cx="2103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326880" y="2011680"/>
            <a:ext cx="73152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28048" y="210312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528048" y="228600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528048" y="256032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· free tier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528048" y="2834640"/>
            <a:ext cx="17647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extraction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ms inference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req/min limit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326880" y="393192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326880" y="3931920"/>
            <a:ext cx="73152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28048" y="402336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528048" y="420624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self-hosted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528048" y="4480560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Gov / FedRAMP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528048" y="4754880"/>
            <a:ext cx="17647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firewall blocks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external ML APIs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to local Llama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Phi on GPU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880360" y="2715768"/>
            <a:ext cx="640080" cy="-20116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2880360" y="4270248"/>
            <a:ext cx="640080" cy="-138988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989320" y="4297680"/>
            <a:ext cx="182880" cy="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773168" y="5212080"/>
            <a:ext cx="0" cy="9144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CE3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Basu · Prototype v1 · 2026-06-09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6249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Recognition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Single-Label Request — 5 s Latency Budget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 per Sarah: prior vendor failed at 30–40 s. Current estimate: ~3.2 s with 1.8 s headroom.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73152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813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(p95)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5.0 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17320"/>
            <a:ext cx="7315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4813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2044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~3.2 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17320"/>
            <a:ext cx="73152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813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0936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915400" y="141732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15400" y="141732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4813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VENDOR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098280" y="1737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1520" y="3108960"/>
            <a:ext cx="10789920" cy="548640"/>
          </a:xfrm>
          <a:prstGeom prst="rect">
            <a:avLst/>
          </a:prstGeom>
          <a:solidFill>
            <a:srgbClr val="EFF2F8"/>
          </a:solidFill>
          <a:ln w="6350">
            <a:solidFill>
              <a:srgbClr val="DCE3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7069" y="3108960"/>
            <a:ext cx="3884371" cy="54864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108960"/>
            <a:ext cx="647395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246120"/>
            <a:ext cx="647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8915" y="3108960"/>
            <a:ext cx="3236976" cy="548640"/>
          </a:xfrm>
          <a:prstGeom prst="rect">
            <a:avLst/>
          </a:prstGeom>
          <a:solidFill>
            <a:srgbClr val="4F5B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8915" y="324612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5891" y="3108960"/>
            <a:ext cx="1726387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5891" y="3246120"/>
            <a:ext cx="1726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42278" y="3108960"/>
            <a:ext cx="863194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2278" y="3246120"/>
            <a:ext cx="86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05472" y="3108960"/>
            <a:ext cx="431597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05472" y="3246120"/>
            <a:ext cx="4315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3657600"/>
            <a:ext cx="0" cy="9144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889504" y="3657600"/>
            <a:ext cx="0" cy="9144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60904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47488" y="3657600"/>
            <a:ext cx="0" cy="9144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05472" y="3657600"/>
            <a:ext cx="0" cy="9144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76872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363456" y="3657600"/>
            <a:ext cx="0" cy="9144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34856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1521440" y="3657600"/>
            <a:ext cx="0" cy="9144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29284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39789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≈ 3.2s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637069" y="3063240"/>
            <a:ext cx="0" cy="64008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06070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5.0s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4434840"/>
            <a:ext cx="16459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auth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4672" y="4617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 fly.io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880360" y="4434840"/>
            <a:ext cx="164592" cy="164592"/>
          </a:xfrm>
          <a:prstGeom prst="rect">
            <a:avLst/>
          </a:prstGeom>
          <a:solidFill>
            <a:srgbClr val="4F5BAA"/>
          </a:solidFill>
          <a:ln w="12700">
            <a:solidFill>
              <a:srgbClr val="4F5B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36392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(CPU)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136392" y="4617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 fly.io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212080" y="443484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68112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extraction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68112" y="4617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dependency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543800" y="4434840"/>
            <a:ext cx="164592" cy="16459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99832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check + DB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799832" y="4617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 fly.io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9875520" y="443484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31552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to UI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131552" y="4617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 fly.io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48640" y="5212080"/>
            <a:ext cx="11064240" cy="1051560"/>
          </a:xfrm>
          <a:prstGeom prst="rect">
            <a:avLst/>
          </a:prstGeom>
          <a:solidFill>
            <a:srgbClr val="FDE7E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5212080"/>
            <a:ext cx="73152" cy="10515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52852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TO THE LATENCY BUDGET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31520" y="55046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cold-start or rate-limit retry can push the LLM step from 0.8 s to 2–3 s.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slows on large images; cap upload at ~10 MP and resize before OCR.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fly.io machine adds 1–2 s on first request; keep web machine always-on.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CE3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Basu · Prototype v1 · 2026-06-09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6249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Recognition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— 300 labels in ≤ 5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peak-season ask: importers dump 200–300 applications at once. Parallel workers + streamed results.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UPLOAD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posts batch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multipart, ≤ 300 labels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224028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29000" y="15544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554480"/>
            <a:ext cx="2697480" cy="2926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ENQUEUE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row + N scan rows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Volume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24028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15544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554480"/>
            <a:ext cx="2697480" cy="2926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WORKERS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652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extraction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2331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 auto-scale 1–8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06840" y="224028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89720" y="15544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89720" y="1554480"/>
            <a:ext cx="26974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STREAM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2688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results to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2331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appears as each finishes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291840"/>
            <a:ext cx="6949440" cy="1828800"/>
          </a:xfrm>
          <a:prstGeom prst="rect">
            <a:avLst/>
          </a:prstGeom>
          <a:solidFill>
            <a:srgbClr val="FDE7E8">
              <a:alpha val="60000"/>
            </a:srgbClr>
          </a:solidFill>
          <a:ln w="6350">
            <a:solidFill>
              <a:srgbClr val="F96167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48640" y="3383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  ·  fly.io machines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3749040"/>
            <a:ext cx="7132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38221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41330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7240" y="434340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" y="455371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00200" y="3749040"/>
            <a:ext cx="7132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600200" y="38221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00200" y="41330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600200" y="434340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600200" y="455371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423160" y="3749040"/>
            <a:ext cx="7132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23160" y="38221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423160" y="41330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423160" y="434340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423160" y="455371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46120" y="3749040"/>
            <a:ext cx="7132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246120" y="38221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46120" y="41330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46120" y="434340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46120" y="455371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069080" y="3749040"/>
            <a:ext cx="7132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069080" y="38221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069080" y="41330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069080" y="434340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069080" y="455371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92040" y="3749040"/>
            <a:ext cx="7132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892040" y="38221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92040" y="41330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92040" y="434340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92040" y="455371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715000" y="3749040"/>
            <a:ext cx="7132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715000" y="38221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715000" y="41330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715000" y="434340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715000" y="455371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537960" y="3749040"/>
            <a:ext cx="71323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537960" y="38221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537960" y="413308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537960" y="434340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537960" y="455371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680960" y="3291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680960" y="3291840"/>
            <a:ext cx="73152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6384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MATH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8638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labels × 3.2 s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8638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8 workers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863840" y="4434840"/>
            <a:ext cx="3566160" cy="0"/>
          </a:xfrm>
          <a:prstGeom prst="line">
            <a:avLst/>
          </a:prstGeom>
          <a:noFill/>
          <a:ln w="9525">
            <a:solidFill>
              <a:srgbClr val="DCE3F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63840" y="4480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minutes</a:t>
            </a:r>
            <a:endParaRPr lang="en-US" sz="2400" dirty="0"/>
          </a:p>
        </p:txBody>
      </p:sp>
      <p:sp>
        <p:nvSpPr>
          <p:cNvPr id="78" name="Shape 76"/>
          <p:cNvSpPr/>
          <p:nvPr/>
        </p:nvSpPr>
        <p:spPr>
          <a:xfrm>
            <a:off x="548640" y="534924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48640" y="5349240"/>
            <a:ext cx="7315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1520" y="5422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rate limit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731520" y="5715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≈ 30 req/min. Worker concurrency capped by remaining tokens; degrade to ~4 workers if needed.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297680" y="534924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297680" y="5349240"/>
            <a:ext cx="7315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80560" y="5422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480560" y="5715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 machines scale 1→8 based on queue depth; idle workers stop after 60 s to stay within ~$20/mo.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046720" y="534924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046720" y="5349240"/>
            <a:ext cx="7315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0" y="5422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isolation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229600" y="5715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Per-label try/catch. One bad image marks that scan failed; the batch keeps going.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CE3F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Basu · Prototype v1 · 2026-06-09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6249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Recognition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 Deployment Topology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region near Groq · TLS at edge · shared-password gate · ~$15–20/month at idle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55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browser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219456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4640" y="1691640"/>
            <a:ext cx="14630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3464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 edge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1214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Shared-password gate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43400" y="219456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54880" y="1463040"/>
            <a:ext cx="5852160" cy="484632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754880" y="1554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 region  ·  iad (US East, near Groq)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19659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1965960"/>
            <a:ext cx="73152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4648" y="205740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84648" y="22402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API machine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84648" y="251460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shared-cpu-1x · 256 MB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84648" y="2788920"/>
            <a:ext cx="22677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/ FastAPI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routing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 machine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19659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0" y="1965960"/>
            <a:ext cx="73152" cy="1600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205740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 1–8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73568" y="22402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machines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73568" y="251460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shared-cpu-2x · 1 GB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73568" y="2788920"/>
            <a:ext cx="226771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(CPU)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Groq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idle 60 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Cost-controlled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83480" y="37033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3703320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84648" y="379476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84648" y="39776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Postgres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84648" y="425196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· 1 GB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84648" y="4526280"/>
            <a:ext cx="22677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scans, extractions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comparisons, batches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(shared pw)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72400" y="37033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772400" y="3703320"/>
            <a:ext cx="73152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73568" y="379476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73568" y="39776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disk · 50 GB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973568" y="425196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on web + workers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973568" y="4526280"/>
            <a:ext cx="22677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label images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stored in DB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up via fly snapshot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83480" y="5349240"/>
            <a:ext cx="5394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83480" y="5349240"/>
            <a:ext cx="73152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84648" y="5440680"/>
            <a:ext cx="5056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(PROTOTYPE LEVEL)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84648" y="5623560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· metrics · health checks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84648" y="5934456"/>
            <a:ext cx="5056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logs, fly status, /healthz — no external APM in prototype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2926080"/>
            <a:ext cx="3931920" cy="14630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48640" y="2926080"/>
            <a:ext cx="73152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· OUTBOUND HTTPS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1520" y="3264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 ·  Llama 3.1 8B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31520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~500 ms inference · 30 req/min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152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TTB firewall blocks → self-host on Azure Gov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8640" y="4572000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8640" y="4572000"/>
            <a:ext cx="73152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4663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NOTES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31520" y="4910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operational notes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31520" y="52578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$15–20 / month at idle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region — no cross-region hops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fly snapshot of Postgres + volume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to Groq: ~30 MB/month at expected load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CE3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Basu · Prototype v1 · 2026-06-09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6249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Recognition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tables in fly Postgres. Images live on the fly volume and are referenced by path.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20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35204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7218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1560" y="18562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1800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075688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122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51560" y="21122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21122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3682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1560" y="236829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71800" y="23682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2587752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6243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" y="26243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beverage_type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2624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28803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156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image_path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71800" y="2880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099816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1363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1560" y="31363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71800" y="3136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33924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1560" y="339242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71800" y="3392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4840" y="1417320"/>
            <a:ext cx="3520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34840" y="1417320"/>
            <a:ext cx="3520440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147218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0" y="1856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37760" y="18562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80560" y="2075688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1122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37760" y="21122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scan_id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21122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23682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37760" y="236829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fields_json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0" y="23682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80560" y="2587752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26243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37760" y="26243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ocr_raw_text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58000" y="26243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28803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37760" y="28803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warning_present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58000" y="2880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480560" y="3099816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31363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37760" y="31363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warning_exact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58000" y="3136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0" y="33924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937760" y="339242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model_used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858000" y="3392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" y="3931920"/>
            <a:ext cx="3520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48640" y="3931920"/>
            <a:ext cx="35204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398678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85800" y="43708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051560" y="43708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971800" y="4370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94360" y="4590288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" y="46268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5156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scan_id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971800" y="46268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85800" y="4882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051560" y="488289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reference_json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971800" y="4882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94360" y="5102352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51389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051560" y="51389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field_results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971800" y="5138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85800" y="53949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051560" y="53949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overall_status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2971800" y="5394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94360" y="5614416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5800" y="56509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051560" y="56509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2971800" y="5650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85800" y="59070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051560" y="590702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971800" y="5907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434840" y="3931920"/>
            <a:ext cx="35204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4434840" y="3931920"/>
            <a:ext cx="35204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72000" y="398678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4572000" y="43708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937760" y="43708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6858000" y="4370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480560" y="4590288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72000" y="46268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4937760" y="4626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submitted_by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6858000" y="46268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572000" y="48828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4937760" y="488289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label_count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858000" y="4882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480560" y="5102352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572000" y="51389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4937760" y="51389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6858000" y="5138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4572000" y="53949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4937760" y="53949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started_at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6858000" y="5394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480560" y="5614416"/>
            <a:ext cx="3429000" cy="256032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572000" y="56509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4937760" y="56509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completed_at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6858000" y="5650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timestamptz?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4572000" y="59070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4937760" y="590702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error_count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6858000" y="5907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8229600" y="1417320"/>
            <a:ext cx="35204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8229600" y="1417320"/>
            <a:ext cx="73152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412480" y="1508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STRATEGY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8412480" y="1783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300" dirty="0"/>
          </a:p>
        </p:txBody>
      </p:sp>
      <p:sp>
        <p:nvSpPr>
          <p:cNvPr id="118" name="Text 116"/>
          <p:cNvSpPr/>
          <p:nvPr/>
        </p:nvSpPr>
        <p:spPr>
          <a:xfrm>
            <a:off x="8412480" y="21031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only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for flexible extracted fields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fly snapshot in prototype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8412480" y="3337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Volume</a:t>
            </a:r>
            <a:endParaRPr lang="en-US" sz="1300" dirty="0"/>
          </a:p>
        </p:txBody>
      </p:sp>
      <p:sp>
        <p:nvSpPr>
          <p:cNvPr id="120" name="Text 118"/>
          <p:cNvSpPr/>
          <p:nvPr/>
        </p:nvSpPr>
        <p:spPr>
          <a:xfrm>
            <a:off x="8412480" y="36576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label images (JPG / PNG)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stored in scans.image_path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GB ≈ 50 k images at 1 MB avg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8412480" y="5074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swap → S3 / Azure Blob with KMS encryption + retention.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CE3F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Basu · Prototype v1 · 2026-06-09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62495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Recognition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Today vs. Production Tomorrow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right is acknowledged but explicitly deferred — tracked in REQUIREMENTS.md §8.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32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55321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— WHAT WE'RE BUILDING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525780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30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21305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 single region (iad)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in container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880360"/>
            <a:ext cx="525780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953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2953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3.1 8B (free tier)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3364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Postgres + 50 GB volume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525780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76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3776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password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4187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525780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599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4599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defaults (TLS + at-rest)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010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/ DR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50109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machine, daily snapshots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5349240"/>
            <a:ext cx="5257800" cy="38404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31720" y="5422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logs + /healthz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833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31720" y="5833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$15–20 / month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1417320"/>
            <a:ext cx="55321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1417320"/>
            <a:ext cx="553212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15087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— DEFERRED BACKLOG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2057400"/>
            <a:ext cx="5257800" cy="384048"/>
          </a:xfrm>
          <a:prstGeom prst="rect">
            <a:avLst/>
          </a:prstGeom>
          <a:solidFill>
            <a:srgbClr val="FDE7E8"/>
          </a:solidFill>
          <a:ln w="12700">
            <a:solidFill>
              <a:srgbClr val="FDE7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2130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38160" y="21305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Gov · FedRAMP region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2940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38160" y="25420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hardened pipeline + preprocess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2880360"/>
            <a:ext cx="5257800" cy="384048"/>
          </a:xfrm>
          <a:prstGeom prst="rect">
            <a:avLst/>
          </a:prstGeom>
          <a:solidFill>
            <a:srgbClr val="FDE7E8"/>
          </a:solidFill>
          <a:ln w="12700">
            <a:solidFill>
              <a:srgbClr val="FDE7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2953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38160" y="2953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Llama (firewall) on GPU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2940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138160" y="3364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/ S3 + KMS + retention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92240" y="3703320"/>
            <a:ext cx="5257800" cy="384048"/>
          </a:xfrm>
          <a:prstGeom prst="rect">
            <a:avLst/>
          </a:prstGeom>
          <a:solidFill>
            <a:srgbClr val="FDE7E8"/>
          </a:solidFill>
          <a:ln w="12700">
            <a:solidFill>
              <a:srgbClr val="FDE7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3776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138160" y="3776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PIV-card · RBAC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29400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38160" y="4187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per NARA schedule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92240" y="4526280"/>
            <a:ext cx="5257800" cy="384048"/>
          </a:xfrm>
          <a:prstGeom prst="rect">
            <a:avLst/>
          </a:prstGeom>
          <a:solidFill>
            <a:srgbClr val="FDE7E8"/>
          </a:solidFill>
          <a:ln w="12700">
            <a:solidFill>
              <a:srgbClr val="FDE7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4599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38160" y="45994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140-2 validated at-rest + in-transit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629400" y="5010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/ DR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138160" y="50109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Postgres · regional failover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492240" y="5349240"/>
            <a:ext cx="5257800" cy="384048"/>
          </a:xfrm>
          <a:prstGeom prst="rect">
            <a:avLst/>
          </a:prstGeom>
          <a:solidFill>
            <a:srgbClr val="FDE7E8"/>
          </a:solidFill>
          <a:ln w="12700">
            <a:solidFill>
              <a:srgbClr val="FDE7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38160" y="5422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APM, metrics, alerting, on-call rota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629400" y="5833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138160" y="58338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Procurement-driven, TBD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9525">
            <a:solidFill>
              <a:srgbClr val="DCE3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Basu · Prototype v1 · 2026-06-09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TTB Label Recognition — Architecture</dc:title>
  <dc:subject>PptxGenJS Presentation</dc:subject>
  <dc:creator>Anand Basu</dc:creator>
  <cp:lastModifiedBy>Anand Basu</cp:lastModifiedBy>
  <cp:revision>1</cp:revision>
  <dcterms:created xsi:type="dcterms:W3CDTF">2026-06-09T20:26:37Z</dcterms:created>
  <dcterms:modified xsi:type="dcterms:W3CDTF">2026-06-09T20:26:37Z</dcterms:modified>
</cp:coreProperties>
</file>